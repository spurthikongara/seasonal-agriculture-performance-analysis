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9" r:id="rId15"/>
    <p:sldId id="350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085" autoAdjust="0"/>
    <p:restoredTop sz="95033" autoAdjust="0"/>
  </p:normalViewPr>
  <p:slideViewPr>
    <p:cSldViewPr snapToGrid="0">
      <p:cViewPr varScale="1">
        <p:scale>
          <a:sx n="68" d="100"/>
          <a:sy n="68" d="100"/>
        </p:scale>
        <p:origin x="-508" y="-60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pPr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urthiKongara/Seasonal-Agriculture-Performance-Analy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530" y="3443955"/>
            <a:ext cx="8864082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 smtClean="0">
                <a:solidFill>
                  <a:schemeClr val="tx1"/>
                </a:solidFill>
              </a:rPr>
              <a:t>Student Name-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68" y="2788766"/>
            <a:ext cx="4998720" cy="743448"/>
          </a:xfrm>
        </p:spPr>
        <p:txBody>
          <a:bodyPr>
            <a:normAutofit/>
          </a:bodyPr>
          <a:lstStyle/>
          <a:p>
            <a:r>
              <a:rPr lang="en-GB" dirty="0"/>
              <a:t>Project Title </a:t>
            </a:r>
            <a:r>
              <a:rPr lang="en-GB" sz="3200" dirty="0"/>
              <a:t>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481545" y="4744420"/>
            <a:ext cx="317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 STU ID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24540" y="2752532"/>
            <a:ext cx="8005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Blackadder ITC" pitchFamily="82" charset="0"/>
              </a:rPr>
              <a:t>Seasonal Agriculture Performance Analysis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76670" y="3470986"/>
            <a:ext cx="224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KONGARA SPURTHI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239346" y="3900197"/>
            <a:ext cx="7791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Siddhartha Academy of Higher Education</a:t>
            </a:r>
          </a:p>
          <a:p>
            <a:r>
              <a:rPr lang="en-US" sz="1400" b="1" dirty="0" smtClean="0"/>
              <a:t>(VRSEC-</a:t>
            </a:r>
            <a:r>
              <a:rPr lang="en-US" sz="1400" b="1" dirty="0" err="1" smtClean="0"/>
              <a:t>Velagapudi</a:t>
            </a:r>
            <a:r>
              <a:rPr lang="en-US" sz="1400" b="1" dirty="0" smtClean="0"/>
              <a:t> Ramakrishna Siddhartha Engineering College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164702" y="4730620"/>
            <a:ext cx="414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STU68b902bf6b9191756955327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8693" y="1744928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smtClean="0"/>
              <a:t>Agricultural performance varies across different seasons due to changes in </a:t>
            </a:r>
            <a:r>
              <a:rPr lang="en-US" sz="1800" b="1" dirty="0" smtClean="0"/>
              <a:t>environmental conditions, farming practices, resource availability, and market conditions</a:t>
            </a:r>
            <a:r>
              <a:rPr lang="en-US" sz="1800" dirty="0" smtClean="0"/>
              <a:t>. These seasonal variations can affect crop production, resource usage, and the economic performance of farming activities.</a:t>
            </a:r>
          </a:p>
          <a:p>
            <a:r>
              <a:rPr lang="en-US" sz="1800" dirty="0" smtClean="0"/>
              <a:t>This project analyzes the agricultural dataset to identify </a:t>
            </a:r>
            <a:r>
              <a:rPr lang="en-US" sz="1800" b="1" dirty="0" smtClean="0"/>
              <a:t>seasonal patterns, trends, relationships, and variations</a:t>
            </a:r>
            <a:r>
              <a:rPr lang="en-US" sz="1800" dirty="0" smtClean="0"/>
              <a:t> and to understand how agricultural performance differs across seasons.</a:t>
            </a:r>
            <a:endParaRPr lang="en-US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90" y="597069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15" y="553286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0547" y="1446243"/>
            <a:ext cx="65034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Seasonal Agriculture Performance Analysis</a:t>
            </a:r>
            <a:r>
              <a:rPr lang="en-US" dirty="0" smtClean="0"/>
              <a:t> is a data analytics project that studies how agricultural performance changes across different seasons. The project uses farm-level data containing information about </a:t>
            </a:r>
            <a:r>
              <a:rPr lang="en-US" b="1" dirty="0" smtClean="0"/>
              <a:t>crops, regions, environmental conditions, farming practices, resource usage, production, and economic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3893" y="3256384"/>
            <a:ext cx="87241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dataset is cleaned and analyzed using </a:t>
            </a:r>
            <a:r>
              <a:rPr lang="en-US" b="1" dirty="0" smtClean="0"/>
              <a:t>Python, Pandas, </a:t>
            </a:r>
            <a:r>
              <a:rPr lang="en-US" b="1" dirty="0" err="1" smtClean="0"/>
              <a:t>NumPy</a:t>
            </a:r>
            <a:r>
              <a:rPr lang="en-US" b="1" dirty="0" smtClean="0"/>
              <a:t>, </a:t>
            </a:r>
            <a:r>
              <a:rPr lang="en-US" b="1" dirty="0" err="1" smtClean="0"/>
              <a:t>Matplotlib</a:t>
            </a:r>
            <a:r>
              <a:rPr lang="en-US" b="1" dirty="0" smtClean="0"/>
              <a:t>, and </a:t>
            </a:r>
            <a:r>
              <a:rPr lang="en-US" b="1" dirty="0" err="1" smtClean="0"/>
              <a:t>Seaborn</a:t>
            </a:r>
            <a:r>
              <a:rPr lang="en-US" dirty="0" smtClean="0"/>
              <a:t> to identify meaningful seasonal patterns, trends, relationships, and variations. The analysis compares </a:t>
            </a:r>
            <a:r>
              <a:rPr lang="en-US" b="1" dirty="0" smtClean="0"/>
              <a:t>crop yield, production, rainfall, temperature, water usage, irrigation, profitability, and regional performance</a:t>
            </a:r>
            <a:r>
              <a:rPr lang="en-US" dirty="0" smtClean="0"/>
              <a:t> across </a:t>
            </a:r>
            <a:r>
              <a:rPr lang="en-US" dirty="0" err="1" smtClean="0"/>
              <a:t>Kharif</a:t>
            </a:r>
            <a:r>
              <a:rPr lang="en-US" dirty="0" smtClean="0"/>
              <a:t>, Rabi, and </a:t>
            </a:r>
            <a:r>
              <a:rPr lang="en-US" dirty="0" err="1" smtClean="0"/>
              <a:t>Zaid</a:t>
            </a:r>
            <a:r>
              <a:rPr lang="en-US" dirty="0" smtClean="0"/>
              <a:t> seasons.</a:t>
            </a:r>
          </a:p>
          <a:p>
            <a:endParaRPr lang="en-US" dirty="0" smtClean="0"/>
          </a:p>
          <a:p>
            <a:r>
              <a:rPr lang="en-US" dirty="0" smtClean="0"/>
              <a:t>The project also applies </a:t>
            </a:r>
            <a:r>
              <a:rPr lang="en-US" b="1" dirty="0" smtClean="0"/>
              <a:t>statistical analysis and visualizations</a:t>
            </a:r>
            <a:r>
              <a:rPr lang="en-US" dirty="0" smtClean="0"/>
              <a:t> to support the findings and identify significant seasonal differences. The final results provide </a:t>
            </a:r>
            <a:r>
              <a:rPr lang="en-US" b="1" dirty="0" smtClean="0"/>
              <a:t>evidence-based insights and recommendations for better seasonal agricultural planning and resource management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245359" cy="399002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3600" b="1" dirty="0" smtClean="0"/>
              <a:t>Farmers</a:t>
            </a:r>
            <a:r>
              <a:rPr lang="en-US" sz="3600" dirty="0" smtClean="0"/>
              <a:t> – to understand seasonal crop performance and improve farming decisions. </a:t>
            </a:r>
          </a:p>
          <a:p>
            <a:pPr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3600" b="1" dirty="0" smtClean="0"/>
              <a:t>Agricultural Planners &amp; Officials</a:t>
            </a:r>
            <a:r>
              <a:rPr lang="en-US" sz="3600" dirty="0" smtClean="0"/>
              <a:t> – to support seasonal planning and resource management.</a:t>
            </a:r>
          </a:p>
          <a:p>
            <a:pPr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3600" dirty="0" smtClean="0"/>
              <a:t> </a:t>
            </a:r>
            <a:r>
              <a:rPr lang="en-US" sz="3600" b="1" dirty="0" smtClean="0"/>
              <a:t>Researchers &amp; Data Analysts</a:t>
            </a:r>
            <a:r>
              <a:rPr lang="en-US" sz="3600" dirty="0" smtClean="0"/>
              <a:t> – to study agricultural trends, patterns, and relationships. </a:t>
            </a:r>
          </a:p>
          <a:p>
            <a:pPr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3600" b="1" dirty="0" smtClean="0"/>
              <a:t>Agricultural Organizations</a:t>
            </a:r>
            <a:r>
              <a:rPr lang="en-US" sz="3600" dirty="0" smtClean="0"/>
              <a:t> – to evaluate production, resource usage, and economic performance.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82350" y="1432560"/>
            <a:ext cx="8335969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b="1" dirty="0" smtClean="0"/>
              <a:t>Programming Language:</a:t>
            </a:r>
            <a:r>
              <a:rPr lang="en-US" dirty="0" smtClean="0"/>
              <a:t> Python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Data Analysis:</a:t>
            </a:r>
            <a:r>
              <a:rPr lang="en-US" dirty="0" smtClean="0"/>
              <a:t> Pandas, </a:t>
            </a:r>
            <a:r>
              <a:rPr lang="en-US" dirty="0" err="1" smtClean="0"/>
              <a:t>NumPy</a:t>
            </a:r>
            <a:r>
              <a:rPr lang="en-US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Data Visualization:</a:t>
            </a:r>
            <a:r>
              <a:rPr lang="en-US" dirty="0" smtClean="0"/>
              <a:t> 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Seaborn</a:t>
            </a:r>
            <a:r>
              <a:rPr lang="en-US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Statistical Analysis:</a:t>
            </a:r>
            <a:r>
              <a:rPr lang="en-US" dirty="0" smtClean="0"/>
              <a:t> </a:t>
            </a:r>
            <a:r>
              <a:rPr lang="en-US" dirty="0" err="1" smtClean="0"/>
              <a:t>SciPy</a:t>
            </a:r>
            <a:r>
              <a:rPr lang="en-US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Development Environment:</a:t>
            </a:r>
            <a:r>
              <a:rPr lang="en-US" dirty="0" smtClean="0"/>
              <a:t> Google </a:t>
            </a:r>
            <a:r>
              <a:rPr lang="en-US" dirty="0" err="1" smtClean="0"/>
              <a:t>Collab</a:t>
            </a:r>
            <a:r>
              <a:rPr lang="en-US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Dataset:</a:t>
            </a:r>
            <a:r>
              <a:rPr lang="en-US" dirty="0" smtClean="0"/>
              <a:t> CSV format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Dataset:</a:t>
            </a:r>
            <a:r>
              <a:rPr lang="en-US" dirty="0" smtClean="0"/>
              <a:t> Seasonal Agriculture Performance Dataset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xmlns="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 descr="Screenshot 2026-09-06 145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08" y="1823306"/>
            <a:ext cx="11332500" cy="27393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9167" y="1464906"/>
            <a:ext cx="357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Dataset Validation and Cleaning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9" y="202639"/>
            <a:ext cx="3877380" cy="478496"/>
          </a:xfrm>
        </p:spPr>
        <p:txBody>
          <a:bodyPr>
            <a:noAutofit/>
          </a:bodyPr>
          <a:lstStyle/>
          <a:p>
            <a:r>
              <a:rPr lang="en-GB" sz="2800" dirty="0"/>
              <a:t>RESULTS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 descr="Screenshot 2026-09-06 1454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4" y="1455802"/>
            <a:ext cx="7307050" cy="49405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895" y="989045"/>
            <a:ext cx="426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Season-wise Agricultural Performance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5" y="146654"/>
            <a:ext cx="1768663" cy="450505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RESULTS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Screenshot 2026-09-06 1455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63" y="1217527"/>
            <a:ext cx="7867299" cy="54994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8579" y="643813"/>
            <a:ext cx="529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Seasonal Variation in Environmental Conditions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5" y="193307"/>
            <a:ext cx="1731341" cy="515819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RESULTS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Screenshot 2026-09-06 1456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11" y="1343134"/>
            <a:ext cx="8280349" cy="48990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8619" y="802432"/>
            <a:ext cx="652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Seasonal Resource Usage and Water Efficiency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5" y="183977"/>
            <a:ext cx="1824647" cy="525150"/>
          </a:xfrm>
        </p:spPr>
        <p:txBody>
          <a:bodyPr>
            <a:normAutofit/>
          </a:bodyPr>
          <a:lstStyle/>
          <a:p>
            <a:r>
              <a:rPr lang="en-GB" sz="2800" dirty="0"/>
              <a:t>RESULTS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Screenshot 2026-09-06 1457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18" y="1191023"/>
            <a:ext cx="5682502" cy="55412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5943" y="755780"/>
            <a:ext cx="369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Irrigation Method Distribution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30629" y="130629"/>
            <a:ext cx="261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RESULT</a:t>
            </a:r>
            <a:endParaRPr lang="en-US" sz="2800" b="1" dirty="0"/>
          </a:p>
        </p:txBody>
      </p:sp>
      <p:pic>
        <p:nvPicPr>
          <p:cNvPr id="4" name="Picture 3" descr="Screenshot 2026-09-06 1458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1" y="1166326"/>
            <a:ext cx="6576535" cy="5532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6571" y="681135"/>
            <a:ext cx="50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Crop-wise and Season-wise Yield Analysis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8621" y="130628"/>
            <a:ext cx="157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RESULT</a:t>
            </a:r>
            <a:endParaRPr 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1257" y="671804"/>
            <a:ext cx="673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Regional Agricultural Performance and Statistical Evidence</a:t>
            </a:r>
            <a:endParaRPr lang="en-US" b="1" dirty="0"/>
          </a:p>
        </p:txBody>
      </p:sp>
      <p:pic>
        <p:nvPicPr>
          <p:cNvPr id="5" name="Picture 4" descr="Screenshot 2026-09-06 150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1" y="1145528"/>
            <a:ext cx="6895723" cy="55570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811762" y="1175657"/>
            <a:ext cx="7595119" cy="502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b="1" dirty="0" smtClean="0"/>
              <a:t> Real-time agricultural data</a:t>
            </a:r>
            <a:r>
              <a:rPr lang="en-US" dirty="0" smtClean="0"/>
              <a:t> can be incorporated for more up-to-date analysis. 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 The analysis can be extended to include </a:t>
            </a:r>
            <a:r>
              <a:rPr lang="en-US" b="1" dirty="0" smtClean="0"/>
              <a:t>more regions, crops, and seasons</a:t>
            </a:r>
            <a:r>
              <a:rPr lang="en-US" dirty="0" smtClean="0"/>
              <a:t>. 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b="1" dirty="0" smtClean="0"/>
              <a:t> Advanced predictive analytics</a:t>
            </a:r>
            <a:r>
              <a:rPr lang="en-US" dirty="0" smtClean="0"/>
              <a:t> can be introduced to forecast crop yield and profitability. 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b="1" dirty="0" smtClean="0"/>
              <a:t> Weather and market data integration</a:t>
            </a:r>
            <a:r>
              <a:rPr lang="en-US" dirty="0" smtClean="0"/>
              <a:t> can provide deeper insights into seasonal agricultural performance. 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 An interactive </a:t>
            </a:r>
            <a:r>
              <a:rPr lang="en-US" b="1" dirty="0" smtClean="0"/>
              <a:t>dashboard or web application</a:t>
            </a:r>
            <a:r>
              <a:rPr lang="en-US" dirty="0" smtClean="0"/>
              <a:t> can be developed to make the insights easier to access and use. 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 The system can support </a:t>
            </a:r>
            <a:r>
              <a:rPr lang="en-US" b="1" dirty="0" smtClean="0"/>
              <a:t>personalized recommendations</a:t>
            </a:r>
            <a:r>
              <a:rPr lang="en-US" dirty="0" smtClean="0"/>
              <a:t> for crop selection, resource usage, and seasonal planning.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0B37E4-66B1-8633-7266-68B321742757}"/>
              </a:ext>
            </a:extLst>
          </p:cNvPr>
          <p:cNvSpPr txBox="1"/>
          <p:nvPr/>
        </p:nvSpPr>
        <p:spPr>
          <a:xfrm>
            <a:off x="747917" y="2466687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hlinkClick r:id="rId3"/>
              </a:rPr>
              <a:t>https://github.com/SpurthiKongara/Seasonal-Agriculture-Performance-Analysis.git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2433" y="1222311"/>
            <a:ext cx="7455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https://github.com/SpurthiKongara/Seasonal-Agriculture-Performance-Analysis.git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10" y="202638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 descr="Screenshot 2026-09-06 1602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2" y="1175917"/>
            <a:ext cx="7536464" cy="534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701" y="2261897"/>
            <a:ext cx="5952931" cy="1377042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9600" b="1" dirty="0">
                <a:solidFill>
                  <a:schemeClr val="tx1"/>
                </a:solidFill>
                <a:latin typeface="CommercialScript BT" pitchFamily="66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1410</TotalTime>
  <Words>500</Words>
  <Application>Microsoft Office PowerPoint</Application>
  <PresentationFormat>Custom</PresentationFormat>
  <Paragraphs>62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Facet</vt:lpstr>
      <vt:lpstr>Project Title -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Slide 11</vt:lpstr>
      <vt:lpstr>Slide 12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Spurthi K</cp:lastModifiedBy>
  <cp:revision>118</cp:revision>
  <dcterms:created xsi:type="dcterms:W3CDTF">2021-07-11T13:13:15Z</dcterms:created>
  <dcterms:modified xsi:type="dcterms:W3CDTF">2026-09-06T10:49:53Z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